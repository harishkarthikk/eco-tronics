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 Bold" charset="1" panose="02020803070505020304"/>
      <p:regular r:id="rId13"/>
    </p:embeddedFont>
    <p:embeddedFont>
      <p:font typeface="Arial Bold" charset="1" panose="020B0704020202020204"/>
      <p:regular r:id="rId14"/>
    </p:embeddedFont>
    <p:embeddedFont>
      <p:font typeface="Arimo Bold" charset="1" panose="020B0704020202020204"/>
      <p:regular r:id="rId18"/>
    </p:embeddedFont>
    <p:embeddedFont>
      <p:font typeface="Arimo" charset="1" panose="020B0604020202020204"/>
      <p:regular r:id="rId19"/>
    </p:embeddedFont>
    <p:embeddedFont>
      <p:font typeface="Arial" charset="1" panose="020B0604020202020204"/>
      <p:regular r:id="rId20"/>
    </p:embeddedFont>
    <p:embeddedFont>
      <p:font typeface="Calibri (MS)" charset="1" panose="020F05020202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75875" y="3159596"/>
            <a:ext cx="4805267" cy="5139357"/>
            <a:chOff x="0" y="0"/>
            <a:chExt cx="6407023" cy="6852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223" t="0" r="-87223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36818" y="-159502"/>
            <a:ext cx="3989452" cy="4299364"/>
          </a:xfrm>
          <a:custGeom>
            <a:avLst/>
            <a:gdLst/>
            <a:ahLst/>
            <a:cxnLst/>
            <a:rect r="r" b="b" t="t" l="l"/>
            <a:pathLst>
              <a:path h="4299364" w="3989452">
                <a:moveTo>
                  <a:pt x="0" y="0"/>
                </a:moveTo>
                <a:lnTo>
                  <a:pt x="3989452" y="0"/>
                </a:lnTo>
                <a:lnTo>
                  <a:pt x="3989452" y="4299364"/>
                </a:lnTo>
                <a:lnTo>
                  <a:pt x="0" y="42993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10671" y="-28575"/>
            <a:ext cx="1261872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</a:pPr>
          </a:p>
          <a:p>
            <a:pPr algn="ctr">
              <a:lnSpc>
                <a:spcPts val="5999"/>
              </a:lnSpc>
            </a:pPr>
            <a:r>
              <a:rPr lang="en-US" b="true" sz="4999">
                <a:solidFill>
                  <a:srgbClr val="043A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274642" y="265291"/>
            <a:ext cx="2667732" cy="1080157"/>
          </a:xfrm>
          <a:custGeom>
            <a:avLst/>
            <a:gdLst/>
            <a:ahLst/>
            <a:cxnLst/>
            <a:rect r="r" b="b" t="t" l="l"/>
            <a:pathLst>
              <a:path h="1080157" w="2667732">
                <a:moveTo>
                  <a:pt x="0" y="0"/>
                </a:moveTo>
                <a:lnTo>
                  <a:pt x="2667733" y="0"/>
                </a:lnTo>
                <a:lnTo>
                  <a:pt x="2667733" y="1080157"/>
                </a:lnTo>
                <a:lnTo>
                  <a:pt x="0" y="10801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432" t="-113008" r="-17204" b="-11457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36818" y="406451"/>
            <a:ext cx="3239943" cy="797836"/>
          </a:xfrm>
          <a:custGeom>
            <a:avLst/>
            <a:gdLst/>
            <a:ahLst/>
            <a:cxnLst/>
            <a:rect r="r" b="b" t="t" l="l"/>
            <a:pathLst>
              <a:path h="797836" w="3239943">
                <a:moveTo>
                  <a:pt x="0" y="0"/>
                </a:moveTo>
                <a:lnTo>
                  <a:pt x="3239943" y="0"/>
                </a:lnTo>
                <a:lnTo>
                  <a:pt x="3239943" y="797836"/>
                </a:lnTo>
                <a:lnTo>
                  <a:pt x="0" y="7978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36818" y="5041697"/>
            <a:ext cx="18944156" cy="7378160"/>
          </a:xfrm>
          <a:custGeom>
            <a:avLst/>
            <a:gdLst/>
            <a:ahLst/>
            <a:cxnLst/>
            <a:rect r="r" b="b" t="t" l="l"/>
            <a:pathLst>
              <a:path h="7378160" w="18944156">
                <a:moveTo>
                  <a:pt x="0" y="0"/>
                </a:moveTo>
                <a:lnTo>
                  <a:pt x="18944156" y="0"/>
                </a:lnTo>
                <a:lnTo>
                  <a:pt x="18944156" y="7378160"/>
                </a:lnTo>
                <a:lnTo>
                  <a:pt x="0" y="73781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8359" r="0" b="-835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358584" y="8279903"/>
            <a:ext cx="3822559" cy="882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</a:p>
          <a:p>
            <a:pPr algn="just">
              <a:lnSpc>
                <a:spcPts val="5498"/>
              </a:lnSpc>
            </a:pPr>
            <a:r>
              <a:rPr lang="en-US" sz="229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CONCEPT  IMAGE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5037" y="3596290"/>
            <a:ext cx="7896797" cy="4237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</a:p>
          <a:p>
            <a:pPr algn="just" marL="590679" indent="-295339" lvl="1">
              <a:lnSpc>
                <a:spcPts val="7838"/>
              </a:lnSpc>
              <a:buFont typeface="Arial"/>
              <a:buChar char="•"/>
            </a:pPr>
            <a:r>
              <a:rPr lang="en-US" b="true" sz="326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College Name-</a:t>
            </a:r>
          </a:p>
          <a:p>
            <a:pPr algn="just" marL="590679" indent="-295339" lvl="1">
              <a:lnSpc>
                <a:spcPts val="7838"/>
              </a:lnSpc>
              <a:buFont typeface="Arial"/>
              <a:buChar char="•"/>
            </a:pPr>
            <a:r>
              <a:rPr lang="en-US" b="true" sz="326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-</a:t>
            </a:r>
          </a:p>
          <a:p>
            <a:pPr algn="just" marL="590679" indent="-295339" lvl="1">
              <a:lnSpc>
                <a:spcPts val="7838"/>
              </a:lnSpc>
              <a:buFont typeface="Arial"/>
              <a:buChar char="•"/>
            </a:pPr>
            <a:r>
              <a:rPr lang="en-US" b="true" sz="326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Software/Hardware -</a:t>
            </a:r>
          </a:p>
          <a:p>
            <a:pPr algn="just" marL="590679" indent="-295339" lvl="1">
              <a:lnSpc>
                <a:spcPts val="7838"/>
              </a:lnSpc>
              <a:buFont typeface="Arial"/>
              <a:buChar char="•"/>
            </a:pPr>
            <a:r>
              <a:rPr lang="en-US" b="true" sz="326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portal)-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11863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80017" y="85143"/>
            <a:ext cx="7489866" cy="1901168"/>
            <a:chOff x="0" y="0"/>
            <a:chExt cx="9986488" cy="2534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86488" cy="2534890"/>
            </a:xfrm>
            <a:custGeom>
              <a:avLst/>
              <a:gdLst/>
              <a:ahLst/>
              <a:cxnLst/>
              <a:rect r="r" b="b" t="t" l="l"/>
              <a:pathLst>
                <a:path h="2534890" w="9986488">
                  <a:moveTo>
                    <a:pt x="0" y="0"/>
                  </a:moveTo>
                  <a:lnTo>
                    <a:pt x="9986488" y="0"/>
                  </a:lnTo>
                  <a:lnTo>
                    <a:pt x="9986488" y="2534890"/>
                  </a:lnTo>
                  <a:lnTo>
                    <a:pt x="0" y="25348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986488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43A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PPT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37109" y="417464"/>
            <a:ext cx="2240050" cy="1138592"/>
            <a:chOff x="0" y="0"/>
            <a:chExt cx="4418241" cy="22457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48" t="0" r="-3148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5031981" y="5681574"/>
            <a:ext cx="3403440" cy="3852951"/>
          </a:xfrm>
          <a:custGeom>
            <a:avLst/>
            <a:gdLst/>
            <a:ahLst/>
            <a:cxnLst/>
            <a:rect r="r" b="b" t="t" l="l"/>
            <a:pathLst>
              <a:path h="3852951" w="3403440">
                <a:moveTo>
                  <a:pt x="0" y="0"/>
                </a:moveTo>
                <a:lnTo>
                  <a:pt x="3403440" y="0"/>
                </a:lnTo>
                <a:lnTo>
                  <a:pt x="3403440" y="3852951"/>
                </a:lnTo>
                <a:lnTo>
                  <a:pt x="0" y="38529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2880" y="3705137"/>
            <a:ext cx="18105120" cy="393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 u="sng">
                <a:solidFill>
                  <a:srgbClr val="043A2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(Describe your Idea/Solution/Prototype)</a:t>
            </a: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</a:pP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43A20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43A20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43A20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-10800000">
            <a:off x="-405157" y="-370420"/>
            <a:ext cx="3403440" cy="3852951"/>
          </a:xfrm>
          <a:custGeom>
            <a:avLst/>
            <a:gdLst/>
            <a:ahLst/>
            <a:cxnLst/>
            <a:rect r="r" b="b" t="t" l="l"/>
            <a:pathLst>
              <a:path h="3852951" w="3403440">
                <a:moveTo>
                  <a:pt x="0" y="0"/>
                </a:moveTo>
                <a:lnTo>
                  <a:pt x="3403439" y="0"/>
                </a:lnTo>
                <a:lnTo>
                  <a:pt x="3403439" y="3852951"/>
                </a:lnTo>
                <a:lnTo>
                  <a:pt x="0" y="38529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81947" y="375323"/>
            <a:ext cx="2229231" cy="1453389"/>
            <a:chOff x="0" y="0"/>
            <a:chExt cx="2554516" cy="1665465"/>
          </a:xfrm>
        </p:grpSpPr>
        <p:sp>
          <p:nvSpPr>
            <p:cNvPr name="Freeform 19" id="19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274642" y="265291"/>
            <a:ext cx="2667732" cy="1080157"/>
          </a:xfrm>
          <a:custGeom>
            <a:avLst/>
            <a:gdLst/>
            <a:ahLst/>
            <a:cxnLst/>
            <a:rect r="r" b="b" t="t" l="l"/>
            <a:pathLst>
              <a:path h="1080157" w="2667732">
                <a:moveTo>
                  <a:pt x="0" y="0"/>
                </a:moveTo>
                <a:lnTo>
                  <a:pt x="2667733" y="0"/>
                </a:lnTo>
                <a:lnTo>
                  <a:pt x="2667733" y="1080157"/>
                </a:lnTo>
                <a:lnTo>
                  <a:pt x="0" y="10801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432" t="-113008" r="-17204" b="-114573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11863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27182" y="0"/>
            <a:ext cx="9869135" cy="1714500"/>
            <a:chOff x="0" y="0"/>
            <a:chExt cx="13158847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158846" cy="2286000"/>
            </a:xfrm>
            <a:custGeom>
              <a:avLst/>
              <a:gdLst/>
              <a:ahLst/>
              <a:cxnLst/>
              <a:rect r="r" b="b" t="t" l="l"/>
              <a:pathLst>
                <a:path h="2286000" w="13158846">
                  <a:moveTo>
                    <a:pt x="0" y="0"/>
                  </a:moveTo>
                  <a:lnTo>
                    <a:pt x="13158846" y="0"/>
                  </a:lnTo>
                  <a:lnTo>
                    <a:pt x="13158846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-66774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3158847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43A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96465" y="3621925"/>
            <a:ext cx="13895070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43A20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43A20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PPT </a:t>
              </a: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submission- Template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031981" y="5681574"/>
            <a:ext cx="3403440" cy="3852951"/>
          </a:xfrm>
          <a:custGeom>
            <a:avLst/>
            <a:gdLst/>
            <a:ahLst/>
            <a:cxnLst/>
            <a:rect r="r" b="b" t="t" l="l"/>
            <a:pathLst>
              <a:path h="3852951" w="3403440">
                <a:moveTo>
                  <a:pt x="0" y="0"/>
                </a:moveTo>
                <a:lnTo>
                  <a:pt x="3403440" y="0"/>
                </a:lnTo>
                <a:lnTo>
                  <a:pt x="3403440" y="3852951"/>
                </a:lnTo>
                <a:lnTo>
                  <a:pt x="0" y="3852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-169310" y="-417202"/>
            <a:ext cx="3403440" cy="3852951"/>
          </a:xfrm>
          <a:custGeom>
            <a:avLst/>
            <a:gdLst/>
            <a:ahLst/>
            <a:cxnLst/>
            <a:rect r="r" b="b" t="t" l="l"/>
            <a:pathLst>
              <a:path h="3852951" w="3403440">
                <a:moveTo>
                  <a:pt x="0" y="0"/>
                </a:moveTo>
                <a:lnTo>
                  <a:pt x="3403439" y="0"/>
                </a:lnTo>
                <a:lnTo>
                  <a:pt x="3403439" y="3852950"/>
                </a:lnTo>
                <a:lnTo>
                  <a:pt x="0" y="3852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01699" y="361861"/>
            <a:ext cx="2159756" cy="1408094"/>
            <a:chOff x="0" y="0"/>
            <a:chExt cx="2554516" cy="1665465"/>
          </a:xfrm>
        </p:grpSpPr>
        <p:sp>
          <p:nvSpPr>
            <p:cNvPr name="Freeform 17" id="17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274642" y="265291"/>
            <a:ext cx="2667732" cy="1080157"/>
          </a:xfrm>
          <a:custGeom>
            <a:avLst/>
            <a:gdLst/>
            <a:ahLst/>
            <a:cxnLst/>
            <a:rect r="r" b="b" t="t" l="l"/>
            <a:pathLst>
              <a:path h="1080157" w="2667732">
                <a:moveTo>
                  <a:pt x="0" y="0"/>
                </a:moveTo>
                <a:lnTo>
                  <a:pt x="2667733" y="0"/>
                </a:lnTo>
                <a:lnTo>
                  <a:pt x="2667733" y="1080157"/>
                </a:lnTo>
                <a:lnTo>
                  <a:pt x="0" y="10801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432" t="-113008" r="-17204" b="-114573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11863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50759" y="0"/>
            <a:ext cx="10393604" cy="1714500"/>
            <a:chOff x="0" y="0"/>
            <a:chExt cx="13858139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858139" cy="2286000"/>
            </a:xfrm>
            <a:custGeom>
              <a:avLst/>
              <a:gdLst/>
              <a:ahLst/>
              <a:cxnLst/>
              <a:rect r="r" b="b" t="t" l="l"/>
              <a:pathLst>
                <a:path h="2286000" w="13858139">
                  <a:moveTo>
                    <a:pt x="0" y="0"/>
                  </a:moveTo>
                  <a:lnTo>
                    <a:pt x="13858139" y="0"/>
                  </a:lnTo>
                  <a:lnTo>
                    <a:pt x="13858139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-58358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3858139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43A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PPT submission- Template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05840" y="3827145"/>
            <a:ext cx="13895070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43A2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43A2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43A20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077587" y="5681574"/>
            <a:ext cx="3403440" cy="3852951"/>
          </a:xfrm>
          <a:custGeom>
            <a:avLst/>
            <a:gdLst/>
            <a:ahLst/>
            <a:cxnLst/>
            <a:rect r="r" b="b" t="t" l="l"/>
            <a:pathLst>
              <a:path h="3852951" w="3403440">
                <a:moveTo>
                  <a:pt x="0" y="0"/>
                </a:moveTo>
                <a:lnTo>
                  <a:pt x="3403440" y="0"/>
                </a:lnTo>
                <a:lnTo>
                  <a:pt x="3403440" y="3852951"/>
                </a:lnTo>
                <a:lnTo>
                  <a:pt x="0" y="3852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-405157" y="-370420"/>
            <a:ext cx="3403440" cy="3852951"/>
          </a:xfrm>
          <a:custGeom>
            <a:avLst/>
            <a:gdLst/>
            <a:ahLst/>
            <a:cxnLst/>
            <a:rect r="r" b="b" t="t" l="l"/>
            <a:pathLst>
              <a:path h="3852951" w="3403440">
                <a:moveTo>
                  <a:pt x="0" y="0"/>
                </a:moveTo>
                <a:lnTo>
                  <a:pt x="3403439" y="0"/>
                </a:lnTo>
                <a:lnTo>
                  <a:pt x="3403439" y="3852951"/>
                </a:lnTo>
                <a:lnTo>
                  <a:pt x="0" y="3852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79399" y="443636"/>
            <a:ext cx="2034328" cy="1326319"/>
            <a:chOff x="0" y="0"/>
            <a:chExt cx="2554516" cy="1665465"/>
          </a:xfrm>
        </p:grpSpPr>
        <p:sp>
          <p:nvSpPr>
            <p:cNvPr name="Freeform 17" id="17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274642" y="265291"/>
            <a:ext cx="2667732" cy="1080157"/>
          </a:xfrm>
          <a:custGeom>
            <a:avLst/>
            <a:gdLst/>
            <a:ahLst/>
            <a:cxnLst/>
            <a:rect r="r" b="b" t="t" l="l"/>
            <a:pathLst>
              <a:path h="1080157" w="2667732">
                <a:moveTo>
                  <a:pt x="0" y="0"/>
                </a:moveTo>
                <a:lnTo>
                  <a:pt x="2667733" y="0"/>
                </a:lnTo>
                <a:lnTo>
                  <a:pt x="2667733" y="1080157"/>
                </a:lnTo>
                <a:lnTo>
                  <a:pt x="0" y="10801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432" t="-113008" r="-17204" b="-114573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11863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11863C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43A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PPT submission- Template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838631" y="3747999"/>
            <a:ext cx="13895070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43A2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</a:p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43A2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10800000">
            <a:off x="-405157" y="-370420"/>
            <a:ext cx="3403440" cy="3852951"/>
          </a:xfrm>
          <a:custGeom>
            <a:avLst/>
            <a:gdLst/>
            <a:ahLst/>
            <a:cxnLst/>
            <a:rect r="r" b="b" t="t" l="l"/>
            <a:pathLst>
              <a:path h="3852951" w="3403440">
                <a:moveTo>
                  <a:pt x="0" y="0"/>
                </a:moveTo>
                <a:lnTo>
                  <a:pt x="3403439" y="0"/>
                </a:lnTo>
                <a:lnTo>
                  <a:pt x="3403439" y="3852951"/>
                </a:lnTo>
                <a:lnTo>
                  <a:pt x="0" y="3852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99189" y="339048"/>
            <a:ext cx="2194747" cy="1430907"/>
            <a:chOff x="0" y="0"/>
            <a:chExt cx="2554516" cy="1665465"/>
          </a:xfrm>
        </p:grpSpPr>
        <p:sp>
          <p:nvSpPr>
            <p:cNvPr name="Freeform 16" id="16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5031981" y="5681574"/>
            <a:ext cx="3403440" cy="3852951"/>
          </a:xfrm>
          <a:custGeom>
            <a:avLst/>
            <a:gdLst/>
            <a:ahLst/>
            <a:cxnLst/>
            <a:rect r="r" b="b" t="t" l="l"/>
            <a:pathLst>
              <a:path h="3852951" w="3403440">
                <a:moveTo>
                  <a:pt x="0" y="0"/>
                </a:moveTo>
                <a:lnTo>
                  <a:pt x="3403440" y="0"/>
                </a:lnTo>
                <a:lnTo>
                  <a:pt x="3403440" y="3852951"/>
                </a:lnTo>
                <a:lnTo>
                  <a:pt x="0" y="3852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274642" y="265291"/>
            <a:ext cx="2667732" cy="1080157"/>
          </a:xfrm>
          <a:custGeom>
            <a:avLst/>
            <a:gdLst/>
            <a:ahLst/>
            <a:cxnLst/>
            <a:rect r="r" b="b" t="t" l="l"/>
            <a:pathLst>
              <a:path h="1080157" w="2667732">
                <a:moveTo>
                  <a:pt x="0" y="0"/>
                </a:moveTo>
                <a:lnTo>
                  <a:pt x="2667733" y="0"/>
                </a:lnTo>
                <a:lnTo>
                  <a:pt x="2667733" y="1080157"/>
                </a:lnTo>
                <a:lnTo>
                  <a:pt x="0" y="10801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432" t="-113008" r="-17204" b="-114573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11863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04581" y="85649"/>
            <a:ext cx="11100497" cy="1714500"/>
            <a:chOff x="0" y="0"/>
            <a:chExt cx="14800662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800662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800662">
                  <a:moveTo>
                    <a:pt x="0" y="0"/>
                  </a:moveTo>
                  <a:lnTo>
                    <a:pt x="14800662" y="0"/>
                  </a:lnTo>
                  <a:lnTo>
                    <a:pt x="14800662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-48274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4800662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43A2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893665" y="4059945"/>
            <a:ext cx="1250067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43A2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PPT </a:t>
              </a: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submission- Template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089131" y="5700624"/>
            <a:ext cx="3403440" cy="3852951"/>
          </a:xfrm>
          <a:custGeom>
            <a:avLst/>
            <a:gdLst/>
            <a:ahLst/>
            <a:cxnLst/>
            <a:rect r="r" b="b" t="t" l="l"/>
            <a:pathLst>
              <a:path h="3852951" w="3403440">
                <a:moveTo>
                  <a:pt x="0" y="0"/>
                </a:moveTo>
                <a:lnTo>
                  <a:pt x="3403440" y="0"/>
                </a:lnTo>
                <a:lnTo>
                  <a:pt x="3403440" y="3852951"/>
                </a:lnTo>
                <a:lnTo>
                  <a:pt x="0" y="3852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-405157" y="-370420"/>
            <a:ext cx="3403440" cy="3852951"/>
          </a:xfrm>
          <a:custGeom>
            <a:avLst/>
            <a:gdLst/>
            <a:ahLst/>
            <a:cxnLst/>
            <a:rect r="r" b="b" t="t" l="l"/>
            <a:pathLst>
              <a:path h="3852951" w="3403440">
                <a:moveTo>
                  <a:pt x="0" y="0"/>
                </a:moveTo>
                <a:lnTo>
                  <a:pt x="3403439" y="0"/>
                </a:lnTo>
                <a:lnTo>
                  <a:pt x="3403439" y="3852951"/>
                </a:lnTo>
                <a:lnTo>
                  <a:pt x="0" y="3852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87948" y="354584"/>
            <a:ext cx="2217229" cy="1445565"/>
            <a:chOff x="0" y="0"/>
            <a:chExt cx="2554516" cy="1665465"/>
          </a:xfrm>
        </p:grpSpPr>
        <p:sp>
          <p:nvSpPr>
            <p:cNvPr name="Freeform 17" id="17" descr="Your startup LOGO"/>
            <p:cNvSpPr/>
            <p:nvPr/>
          </p:nvSpPr>
          <p:spPr>
            <a:xfrm flipH="false" flipV="false" rot="0">
              <a:off x="25400" y="25400"/>
              <a:ext cx="2503678" cy="1614678"/>
            </a:xfrm>
            <a:custGeom>
              <a:avLst/>
              <a:gdLst/>
              <a:ahLst/>
              <a:cxnLst/>
              <a:rect r="r" b="b" t="t" l="l"/>
              <a:pathLst>
                <a:path h="1614678" w="2503678">
                  <a:moveTo>
                    <a:pt x="0" y="807339"/>
                  </a:moveTo>
                  <a:cubicBezTo>
                    <a:pt x="0" y="361442"/>
                    <a:pt x="560451" y="0"/>
                    <a:pt x="1251839" y="0"/>
                  </a:cubicBezTo>
                  <a:cubicBezTo>
                    <a:pt x="1943227" y="0"/>
                    <a:pt x="2503678" y="361442"/>
                    <a:pt x="2503678" y="807339"/>
                  </a:cubicBezTo>
                  <a:cubicBezTo>
                    <a:pt x="2503678" y="1253236"/>
                    <a:pt x="1943227" y="1614678"/>
                    <a:pt x="1251839" y="1614678"/>
                  </a:cubicBezTo>
                  <a:cubicBezTo>
                    <a:pt x="560451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63855"/>
                    <a:pt x="583057" y="0"/>
                    <a:pt x="1277239" y="0"/>
                  </a:cubicBezTo>
                  <a:cubicBezTo>
                    <a:pt x="1971421" y="0"/>
                    <a:pt x="2554478" y="363855"/>
                    <a:pt x="2554478" y="832739"/>
                  </a:cubicBezTo>
                  <a:lnTo>
                    <a:pt x="2529078" y="832739"/>
                  </a:lnTo>
                  <a:lnTo>
                    <a:pt x="2554478" y="832739"/>
                  </a:lnTo>
                  <a:cubicBezTo>
                    <a:pt x="2554478" y="1301623"/>
                    <a:pt x="1971421" y="1665478"/>
                    <a:pt x="1277239" y="1665478"/>
                  </a:cubicBezTo>
                  <a:lnTo>
                    <a:pt x="1277239" y="1640078"/>
                  </a:lnTo>
                  <a:lnTo>
                    <a:pt x="1277239" y="1665478"/>
                  </a:lnTo>
                  <a:cubicBezTo>
                    <a:pt x="583057" y="1665478"/>
                    <a:pt x="0" y="1301623"/>
                    <a:pt x="0" y="832739"/>
                  </a:cubicBezTo>
                  <a:lnTo>
                    <a:pt x="25400" y="832739"/>
                  </a:lnTo>
                  <a:lnTo>
                    <a:pt x="50800" y="832739"/>
                  </a:lnTo>
                  <a:lnTo>
                    <a:pt x="25400" y="832739"/>
                  </a:lnTo>
                  <a:lnTo>
                    <a:pt x="0" y="832739"/>
                  </a:lnTo>
                  <a:moveTo>
                    <a:pt x="50800" y="832739"/>
                  </a:moveTo>
                  <a:cubicBezTo>
                    <a:pt x="50800" y="846709"/>
                    <a:pt x="39370" y="858139"/>
                    <a:pt x="25400" y="858139"/>
                  </a:cubicBezTo>
                  <a:cubicBezTo>
                    <a:pt x="11430" y="858139"/>
                    <a:pt x="0" y="846709"/>
                    <a:pt x="0" y="832739"/>
                  </a:cubicBezTo>
                  <a:cubicBezTo>
                    <a:pt x="0" y="818769"/>
                    <a:pt x="11430" y="807339"/>
                    <a:pt x="25400" y="807339"/>
                  </a:cubicBezTo>
                  <a:cubicBezTo>
                    <a:pt x="39370" y="807339"/>
                    <a:pt x="50800" y="818769"/>
                    <a:pt x="50800" y="832739"/>
                  </a:cubicBezTo>
                  <a:cubicBezTo>
                    <a:pt x="50800" y="1255522"/>
                    <a:pt x="588772" y="1614678"/>
                    <a:pt x="1277239" y="1614678"/>
                  </a:cubicBezTo>
                  <a:cubicBezTo>
                    <a:pt x="1965706" y="1614678"/>
                    <a:pt x="2503678" y="1255522"/>
                    <a:pt x="2503678" y="832739"/>
                  </a:cubicBezTo>
                  <a:cubicBezTo>
                    <a:pt x="2503678" y="409956"/>
                    <a:pt x="1965833" y="50800"/>
                    <a:pt x="1277239" y="50800"/>
                  </a:cubicBezTo>
                  <a:lnTo>
                    <a:pt x="1277239" y="25400"/>
                  </a:lnTo>
                  <a:lnTo>
                    <a:pt x="1277239" y="50800"/>
                  </a:lnTo>
                  <a:cubicBezTo>
                    <a:pt x="588772" y="50800"/>
                    <a:pt x="50800" y="409956"/>
                    <a:pt x="50800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274642" y="265291"/>
            <a:ext cx="2667732" cy="1080157"/>
          </a:xfrm>
          <a:custGeom>
            <a:avLst/>
            <a:gdLst/>
            <a:ahLst/>
            <a:cxnLst/>
            <a:rect r="r" b="b" t="t" l="l"/>
            <a:pathLst>
              <a:path h="1080157" w="2667732">
                <a:moveTo>
                  <a:pt x="0" y="0"/>
                </a:moveTo>
                <a:lnTo>
                  <a:pt x="2667733" y="0"/>
                </a:lnTo>
                <a:lnTo>
                  <a:pt x="2667733" y="1080157"/>
                </a:lnTo>
                <a:lnTo>
                  <a:pt x="0" y="10801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432" t="-113008" r="-17204" b="-114573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11863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PPT </a:t>
              </a: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28575" y="2657970"/>
            <a:ext cx="18345150" cy="6535950"/>
            <a:chOff x="0" y="0"/>
            <a:chExt cx="24460200" cy="87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8100" y="38100"/>
              <a:ext cx="24384000" cy="8638413"/>
            </a:xfrm>
            <a:custGeom>
              <a:avLst/>
              <a:gdLst/>
              <a:ahLst/>
              <a:cxnLst/>
              <a:rect r="r" b="b" t="t" l="l"/>
              <a:pathLst>
                <a:path h="8638413" w="24384000">
                  <a:moveTo>
                    <a:pt x="1447927" y="0"/>
                  </a:moveTo>
                  <a:lnTo>
                    <a:pt x="24384000" y="0"/>
                  </a:lnTo>
                  <a:lnTo>
                    <a:pt x="24384000" y="7198614"/>
                  </a:lnTo>
                  <a:cubicBezTo>
                    <a:pt x="24384000" y="7993761"/>
                    <a:pt x="23735792" y="8638413"/>
                    <a:pt x="22936073" y="8638413"/>
                  </a:cubicBezTo>
                  <a:lnTo>
                    <a:pt x="0" y="8638413"/>
                  </a:lnTo>
                  <a:lnTo>
                    <a:pt x="0" y="1439799"/>
                  </a:lnTo>
                  <a:cubicBezTo>
                    <a:pt x="0" y="644652"/>
                    <a:pt x="648208" y="0"/>
                    <a:pt x="1447927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60200" cy="8714613"/>
            </a:xfrm>
            <a:custGeom>
              <a:avLst/>
              <a:gdLst/>
              <a:ahLst/>
              <a:cxnLst/>
              <a:rect r="r" b="b" t="t" l="l"/>
              <a:pathLst>
                <a:path h="8714613" w="24460200">
                  <a:moveTo>
                    <a:pt x="1486027" y="0"/>
                  </a:moveTo>
                  <a:lnTo>
                    <a:pt x="24422100" y="0"/>
                  </a:lnTo>
                  <a:cubicBezTo>
                    <a:pt x="24443182" y="0"/>
                    <a:pt x="24460200" y="17018"/>
                    <a:pt x="24460200" y="38100"/>
                  </a:cubicBezTo>
                  <a:lnTo>
                    <a:pt x="24460200" y="7236714"/>
                  </a:lnTo>
                  <a:lnTo>
                    <a:pt x="24422100" y="7236714"/>
                  </a:lnTo>
                  <a:lnTo>
                    <a:pt x="24460200" y="7236714"/>
                  </a:lnTo>
                  <a:cubicBezTo>
                    <a:pt x="24460200" y="8053070"/>
                    <a:pt x="23794720" y="8714613"/>
                    <a:pt x="22974173" y="8714613"/>
                  </a:cubicBezTo>
                  <a:lnTo>
                    <a:pt x="22974173" y="8676513"/>
                  </a:lnTo>
                  <a:lnTo>
                    <a:pt x="22974173" y="8714613"/>
                  </a:lnTo>
                  <a:lnTo>
                    <a:pt x="38100" y="8714613"/>
                  </a:lnTo>
                  <a:cubicBezTo>
                    <a:pt x="17018" y="8714613"/>
                    <a:pt x="0" y="8697595"/>
                    <a:pt x="0" y="8676513"/>
                  </a:cubicBezTo>
                  <a:lnTo>
                    <a:pt x="0" y="1477899"/>
                  </a:lnTo>
                  <a:lnTo>
                    <a:pt x="38100" y="1477899"/>
                  </a:lnTo>
                  <a:lnTo>
                    <a:pt x="0" y="1477899"/>
                  </a:lnTo>
                  <a:cubicBezTo>
                    <a:pt x="0" y="661416"/>
                    <a:pt x="665480" y="0"/>
                    <a:pt x="1486027" y="0"/>
                  </a:cubicBezTo>
                  <a:cubicBezTo>
                    <a:pt x="1497711" y="0"/>
                    <a:pt x="1508887" y="5461"/>
                    <a:pt x="1515999" y="14605"/>
                  </a:cubicBezTo>
                  <a:lnTo>
                    <a:pt x="1486027" y="38100"/>
                  </a:lnTo>
                  <a:lnTo>
                    <a:pt x="1486027" y="0"/>
                  </a:lnTo>
                  <a:moveTo>
                    <a:pt x="1486027" y="76200"/>
                  </a:moveTo>
                  <a:cubicBezTo>
                    <a:pt x="1474343" y="76200"/>
                    <a:pt x="1463167" y="70739"/>
                    <a:pt x="1456055" y="61595"/>
                  </a:cubicBezTo>
                  <a:lnTo>
                    <a:pt x="1486027" y="38100"/>
                  </a:lnTo>
                  <a:lnTo>
                    <a:pt x="1486027" y="76200"/>
                  </a:lnTo>
                  <a:cubicBezTo>
                    <a:pt x="707263" y="76200"/>
                    <a:pt x="76200" y="703961"/>
                    <a:pt x="76200" y="1477899"/>
                  </a:cubicBezTo>
                  <a:lnTo>
                    <a:pt x="76200" y="8676513"/>
                  </a:lnTo>
                  <a:lnTo>
                    <a:pt x="38100" y="8676513"/>
                  </a:lnTo>
                  <a:lnTo>
                    <a:pt x="38100" y="8638413"/>
                  </a:lnTo>
                  <a:lnTo>
                    <a:pt x="22974173" y="8638413"/>
                  </a:lnTo>
                  <a:cubicBezTo>
                    <a:pt x="23753063" y="8638413"/>
                    <a:pt x="24384000" y="8010652"/>
                    <a:pt x="24384000" y="7236714"/>
                  </a:cubicBezTo>
                  <a:lnTo>
                    <a:pt x="24384000" y="38100"/>
                  </a:lnTo>
                  <a:lnTo>
                    <a:pt x="24422100" y="38100"/>
                  </a:lnTo>
                  <a:lnTo>
                    <a:pt x="24422100" y="76200"/>
                  </a:lnTo>
                  <a:lnTo>
                    <a:pt x="1486027" y="76200"/>
                  </a:lnTo>
                  <a:close/>
                </a:path>
              </a:pathLst>
            </a:custGeom>
            <a:solidFill>
              <a:srgbClr val="11863C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43176" y="2928404"/>
            <a:ext cx="17464249" cy="4375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Kindly keep the maximum slides limit up to six </a:t>
            </a: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(6). 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 Including the title slide)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Try to avoid paragraphs and post your idea in points /diagrams / Infographics /pictures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your explanation precise and easy to understand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Idea should be unique and novel. 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can only use provided template for making the PPT without changing the idea details pointers (mentioned in previous slides).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need to save the file in PDF and upload the same on portal. No PPT, Word Doc or any other format will be supported.</a:t>
            </a:r>
          </a:p>
          <a:p>
            <a:pPr algn="just" marL="488632" indent="-244316" lvl="1">
              <a:lnSpc>
                <a:spcPts val="2916"/>
              </a:lnSpc>
            </a:pPr>
          </a:p>
          <a:p>
            <a:pPr algn="just" marL="488632" indent="-244316" lvl="1">
              <a:lnSpc>
                <a:spcPts val="2916"/>
              </a:lnSpc>
            </a:pPr>
            <a:r>
              <a:rPr lang="en-US" b="true" sz="2700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Note - You can delete this slide (Important Pointers) when you upload the details of your idea on SIH portal.</a:t>
            </a:r>
          </a:p>
          <a:p>
            <a:pPr algn="just" marL="488632" indent="-244316" lvl="1">
              <a:lnSpc>
                <a:spcPts val="2916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568045" y="177746"/>
            <a:ext cx="965983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5400">
                <a:solidFill>
                  <a:srgbClr val="043A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4953" y="1828095"/>
            <a:ext cx="11204228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b="true" sz="2700">
                <a:solidFill>
                  <a:srgbClr val="043A20"/>
                </a:solidFill>
                <a:latin typeface="Arial Bold"/>
                <a:ea typeface="Arial Bold"/>
                <a:cs typeface="Arial Bold"/>
                <a:sym typeface="Arial Bold"/>
              </a:rPr>
              <a:t>Please ensure below pointers are met while submitting the Idea PPT: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274642" y="265291"/>
            <a:ext cx="2667732" cy="1080157"/>
          </a:xfrm>
          <a:custGeom>
            <a:avLst/>
            <a:gdLst/>
            <a:ahLst/>
            <a:cxnLst/>
            <a:rect r="r" b="b" t="t" l="l"/>
            <a:pathLst>
              <a:path h="1080157" w="2667732">
                <a:moveTo>
                  <a:pt x="0" y="0"/>
                </a:moveTo>
                <a:lnTo>
                  <a:pt x="2667733" y="0"/>
                </a:lnTo>
                <a:lnTo>
                  <a:pt x="2667733" y="1080157"/>
                </a:lnTo>
                <a:lnTo>
                  <a:pt x="0" y="10801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432" t="-113008" r="-17204" b="-114573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52220" y="230864"/>
            <a:ext cx="3239943" cy="797836"/>
          </a:xfrm>
          <a:custGeom>
            <a:avLst/>
            <a:gdLst/>
            <a:ahLst/>
            <a:cxnLst/>
            <a:rect r="r" b="b" t="t" l="l"/>
            <a:pathLst>
              <a:path h="797836" w="3239943">
                <a:moveTo>
                  <a:pt x="0" y="0"/>
                </a:moveTo>
                <a:lnTo>
                  <a:pt x="3239943" y="0"/>
                </a:lnTo>
                <a:lnTo>
                  <a:pt x="3239943" y="797836"/>
                </a:lnTo>
                <a:lnTo>
                  <a:pt x="0" y="7978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DAHAiArRNqs</dc:identifier>
  <dcterms:modified xsi:type="dcterms:W3CDTF">2011-08-01T06:04:30Z</dcterms:modified>
  <cp:revision>1</cp:revision>
  <dc:title>SIH2025-IDEA-Presentation-Format.pptx</dc:title>
</cp:coreProperties>
</file>